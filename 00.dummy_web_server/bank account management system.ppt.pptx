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4" r:id="rId3"/>
    <p:sldId id="265" r:id="rId4"/>
    <p:sldId id="261" r:id="rId5"/>
    <p:sldId id="260" r:id="rId6"/>
    <p:sldId id="259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82"/>
    <a:srgbClr val="FFAA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34" y="158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33E9F-1791-446F-B003-FB9D9C602F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05F469-3278-4978-87B4-839DA51B4C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CD93F-609A-4886-97BE-B27736C81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F001-4320-461F-8788-93F2133AA4E1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093B9-CE29-497A-99BF-101264E6E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6D2E6-B23B-49F3-9C03-7F432CD53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D9934-D54C-4BD8-82B9-16D54B613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017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D1365-90ED-4604-8F3D-5E2E66661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F6FB4-B556-4857-BDF8-7980FB3C8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046C-6DD9-410D-A165-16DF215A6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F001-4320-461F-8788-93F2133AA4E1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1C228-F04E-40D7-A949-50218D43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8EE30-9B66-457B-A310-0509AE5CB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D9934-D54C-4BD8-82B9-16D54B613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245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B52D0-8D83-407D-80BE-1F941FA37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78FB3-6AC6-4665-A7EA-A4048C453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86AA9-3D75-4458-8F26-8B78C54AC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F001-4320-461F-8788-93F2133AA4E1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48D38-6F49-4432-870D-9529D52D7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366E7-47BF-4354-A391-F2255B798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D9934-D54C-4BD8-82B9-16D54B613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830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608BD-7ADE-4C9D-913F-2CAD321F3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D877E-AA97-4E33-80A8-CB5C34CF2F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36D55-BC69-4D00-BA28-40E7646276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DAEA0D-F6EC-484C-B72B-E3DA48AD6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F001-4320-461F-8788-93F2133AA4E1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AC498-3F90-4665-BE5D-A052FEBFB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FBC7BD-3DA9-475E-B4E9-A9D0FB78D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D9934-D54C-4BD8-82B9-16D54B613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619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41F94-5B33-42B8-8717-1F92A0231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0A69DA-590E-4B28-BA3C-5CAA38585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FDF5BE-FEBE-4039-B0CD-CBAB302CC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3F2BD7-7189-4EEE-987C-EB515BC7A1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ECFC44-7712-4F21-B448-FF79D37E20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8FBE02-5719-4938-ABE0-A3B4A36F3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F001-4320-461F-8788-93F2133AA4E1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104D29-69EE-455C-B2AA-74F9995F5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B8E674-4FB6-406F-83A1-91EB7AAB9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D9934-D54C-4BD8-82B9-16D54B613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316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09A68-45A6-4AF3-85DA-D6FB82C0A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93C106-7FA0-444A-8085-FC362A303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F001-4320-461F-8788-93F2133AA4E1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1D17C3-918B-424D-AFB8-777EA39D4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E342B9-6B26-44AA-8003-EEC5DAD37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D9934-D54C-4BD8-82B9-16D54B613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327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7D7E68-88CE-4FDF-BED2-203C08165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F001-4320-461F-8788-93F2133AA4E1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A2EE83-CE1D-40CB-A6FA-C3A4ADABE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88EC3-247F-424D-9A8C-8713E4AF8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D9934-D54C-4BD8-82B9-16D54B613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27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D0082-DDBF-4B13-A3F0-DDE20618C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EBE30-1CDC-4A56-9E8B-6F84B04FC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2C01F7-BD40-4BFF-B02E-DBAA89423D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25E088-1D06-4D1A-B4E3-95FE77AE8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F001-4320-461F-8788-93F2133AA4E1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8E5C4-6D17-49AF-AFF5-1E7BE017C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BAB792-65BF-4A67-85FB-DC3BF99F0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D9934-D54C-4BD8-82B9-16D54B613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9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93D46-F693-4A9C-B7F6-09D4D12F8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31DA29-A1B5-433C-BAB6-C64E31BC3E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3D1410-81CA-4AE1-B335-15A7B07275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43E8B-F6E1-4E07-97B3-435DE49DD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F001-4320-461F-8788-93F2133AA4E1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8BC34-F121-4201-BA48-E930912CA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656E81-A7CA-48E5-A61E-3BF941618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D9934-D54C-4BD8-82B9-16D54B613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867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2C3C0-C4DF-4E12-B5C9-2B1F53187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8C8955-4ADD-405F-B8AF-AD073C5F2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1D0DF-9D0B-4498-97DD-96FDC61E3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F001-4320-461F-8788-93F2133AA4E1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47FA5-CBB9-44A1-9CB4-1F74E9FBC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5F99E-F915-4454-BB7C-D5F060B9A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D9934-D54C-4BD8-82B9-16D54B613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208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4C206F-9910-4855-A829-2B69364FA9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776CC0-0DC0-469E-8307-1D993F008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5FD04-853F-4C53-BD5F-E5F692361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F001-4320-461F-8788-93F2133AA4E1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F86BF-B5CB-4796-9708-CAEBB21AD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D6DE6-8003-4545-9906-22BE25429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D9934-D54C-4BD8-82B9-16D54B613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907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98EB6B-2CA8-4A3A-810F-DB7FEA098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22E912-E666-4667-AE4A-54FE23D55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FF52B-744A-4DFB-B38A-3EEC2AC2A5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87F001-4320-461F-8788-93F2133AA4E1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38BBD-D3E0-4878-AA7E-E586FE5BF5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C835F-4A62-4EB7-8E7B-DE868C3B5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D9934-D54C-4BD8-82B9-16D54B613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699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0634EA6-5857-473C-989D-3FAD60E982E3}"/>
              </a:ext>
            </a:extLst>
          </p:cNvPr>
          <p:cNvSpPr txBox="1">
            <a:spLocks/>
          </p:cNvSpPr>
          <p:nvPr/>
        </p:nvSpPr>
        <p:spPr>
          <a:xfrm>
            <a:off x="392242" y="1866536"/>
            <a:ext cx="11407515" cy="1330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3600" b="1" dirty="0">
                <a:latin typeface="+mn-lt"/>
              </a:rPr>
              <a:t>PROJECT TITLE-BANK ACCOUNT MANAGEMENT SYSTEM</a:t>
            </a:r>
            <a:endParaRPr lang="en-US" sz="2400" b="1" dirty="0">
              <a:latin typeface="+mn-lt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71EE9B0-9A70-419E-B207-5E84C013EDE7}"/>
              </a:ext>
            </a:extLst>
          </p:cNvPr>
          <p:cNvSpPr txBox="1">
            <a:spLocks/>
          </p:cNvSpPr>
          <p:nvPr/>
        </p:nvSpPr>
        <p:spPr>
          <a:xfrm>
            <a:off x="539497" y="3556387"/>
            <a:ext cx="11652503" cy="15453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Team Details:</a:t>
            </a:r>
          </a:p>
          <a:p>
            <a:pPr marL="0" indent="0">
              <a:buNone/>
            </a:pPr>
            <a:r>
              <a:rPr lang="en-US" sz="2400" dirty="0">
                <a:cs typeface="Calibri"/>
              </a:rPr>
              <a:t>Section-05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Project ID-1619</a:t>
            </a:r>
            <a:endParaRPr lang="en-US" sz="2400" dirty="0">
              <a:cs typeface="Calibri"/>
            </a:endParaRPr>
          </a:p>
          <a:p>
            <a:pPr marL="0" indent="0">
              <a:buNone/>
            </a:pPr>
            <a:r>
              <a:rPr lang="en-US" sz="2400" dirty="0"/>
              <a:t>Name-Rishabh raj(23SCSE1011979)</a:t>
            </a:r>
            <a:endParaRPr lang="en-US" sz="2400" dirty="0">
              <a:cs typeface="Calibri"/>
            </a:endParaRPr>
          </a:p>
          <a:p>
            <a:pPr marL="0" indent="0">
              <a:buNone/>
            </a:pPr>
            <a:r>
              <a:rPr lang="en-US" sz="2400" dirty="0"/>
              <a:t>Name- Hemant </a:t>
            </a:r>
            <a:r>
              <a:rPr lang="en-US" sz="2400" dirty="0" err="1"/>
              <a:t>kumar</a:t>
            </a:r>
            <a:r>
              <a:rPr lang="en-US" sz="2400" dirty="0"/>
              <a:t>(23SCSE1011458)                                                    </a:t>
            </a:r>
            <a:endParaRPr lang="en-US" sz="2400" dirty="0">
              <a:cs typeface="Calibri"/>
            </a:endParaRPr>
          </a:p>
          <a:p>
            <a:pPr marL="0" indent="0">
              <a:buNone/>
            </a:pPr>
            <a:endParaRPr lang="en-US" sz="2400" dirty="0">
              <a:cs typeface="Calibri"/>
            </a:endParaRPr>
          </a:p>
          <a:p>
            <a:pPr marL="0" indent="0">
              <a:buNone/>
            </a:pPr>
            <a:endParaRPr lang="en-IN" sz="2400" dirty="0">
              <a:cs typeface="Calibri"/>
            </a:endParaRP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7D3D7F-37FF-43C2-AB10-6A15E1541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607"/>
            <a:ext cx="1504949" cy="10235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CAFED0-102C-4A1F-9B66-03941619E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47"/>
            <a:ext cx="1504949" cy="102358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B2D5CF5-AFE6-401F-AD77-6BCCF4F81578}"/>
              </a:ext>
            </a:extLst>
          </p:cNvPr>
          <p:cNvSpPr txBox="1">
            <a:spLocks noChangeArrowheads="1"/>
          </p:cNvSpPr>
          <p:nvPr/>
        </p:nvSpPr>
        <p:spPr>
          <a:xfrm>
            <a:off x="3" y="6431610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					     		</a:t>
            </a: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E5EC5A2-AA4D-4584-A4BD-E8A3EE1A6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47"/>
            <a:ext cx="1504949" cy="1023587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CFD76DEF-FBE4-4048-BA45-CFF54019E1F5}"/>
              </a:ext>
            </a:extLst>
          </p:cNvPr>
          <p:cNvSpPr txBox="1">
            <a:spLocks noChangeArrowheads="1"/>
          </p:cNvSpPr>
          <p:nvPr/>
        </p:nvSpPr>
        <p:spPr>
          <a:xfrm>
            <a:off x="3" y="6364611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					     		</a:t>
            </a: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A5F9815-63AB-4A14-B67F-BE47778A4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8446"/>
            <a:ext cx="1504949" cy="10235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C6E62C-F18D-5606-3A13-FBA4A414B37F}"/>
              </a:ext>
            </a:extLst>
          </p:cNvPr>
          <p:cNvSpPr txBox="1">
            <a:spLocks noChangeArrowheads="1"/>
          </p:cNvSpPr>
          <p:nvPr/>
        </p:nvSpPr>
        <p:spPr>
          <a:xfrm>
            <a:off x="1301568" y="-96513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the School: School of Computer Science and Engineering </a:t>
            </a:r>
          </a:p>
          <a:p>
            <a:pPr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E2UC201C  					Course Name: OOPS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636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0634EA6-5857-473C-989D-3FAD60E982E3}"/>
              </a:ext>
            </a:extLst>
          </p:cNvPr>
          <p:cNvSpPr txBox="1">
            <a:spLocks/>
          </p:cNvSpPr>
          <p:nvPr/>
        </p:nvSpPr>
        <p:spPr>
          <a:xfrm>
            <a:off x="2936661" y="1003598"/>
            <a:ext cx="5555333" cy="42939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3600" b="1" dirty="0">
                <a:latin typeface="+mn-lt"/>
              </a:rPr>
              <a:t>Project Title </a:t>
            </a:r>
            <a:r>
              <a:rPr lang="en-US" sz="2400" b="1" dirty="0">
                <a:latin typeface="+mn-lt"/>
              </a:rPr>
              <a:t>: </a:t>
            </a:r>
            <a:r>
              <a:rPr lang="en-US" sz="3200" i="1" dirty="0">
                <a:latin typeface="+mn-lt"/>
              </a:rPr>
              <a:t>Bank Account Management system </a:t>
            </a:r>
          </a:p>
          <a:p>
            <a:pPr algn="ctr">
              <a:lnSpc>
                <a:spcPct val="150000"/>
              </a:lnSpc>
            </a:pPr>
            <a:r>
              <a:rPr lang="en-US" sz="3600" b="1" dirty="0">
                <a:latin typeface="+mn-lt"/>
              </a:rPr>
              <a:t>Subtitle</a:t>
            </a:r>
            <a:r>
              <a:rPr lang="en-US" sz="2400" i="1" dirty="0">
                <a:latin typeface="+mn-lt"/>
              </a:rPr>
              <a:t>: Object-Oriented Programming Concepts Applied to Financial Management</a:t>
            </a:r>
          </a:p>
          <a:p>
            <a:pPr algn="ctr">
              <a:lnSpc>
                <a:spcPct val="150000"/>
              </a:lnSpc>
            </a:pPr>
            <a:endParaRPr lang="en-US" sz="2400" b="1" dirty="0">
              <a:latin typeface="+mn-lt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71EE9B0-9A70-419E-B207-5E84C013EDE7}"/>
              </a:ext>
            </a:extLst>
          </p:cNvPr>
          <p:cNvSpPr txBox="1">
            <a:spLocks/>
          </p:cNvSpPr>
          <p:nvPr/>
        </p:nvSpPr>
        <p:spPr>
          <a:xfrm>
            <a:off x="539497" y="3556387"/>
            <a:ext cx="11652503" cy="15453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>
              <a:cs typeface="Calibri"/>
            </a:endParaRPr>
          </a:p>
          <a:p>
            <a:pPr marL="0" indent="0">
              <a:buNone/>
            </a:pPr>
            <a:endParaRPr lang="en-IN" sz="2400" dirty="0">
              <a:cs typeface="Calibri"/>
            </a:endParaRP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7D3D7F-37FF-43C2-AB10-6A15E1541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607"/>
            <a:ext cx="1504949" cy="10235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CAFED0-102C-4A1F-9B66-03941619E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47"/>
            <a:ext cx="1504949" cy="102358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B2D5CF5-AFE6-401F-AD77-6BCCF4F81578}"/>
              </a:ext>
            </a:extLst>
          </p:cNvPr>
          <p:cNvSpPr txBox="1">
            <a:spLocks noChangeArrowheads="1"/>
          </p:cNvSpPr>
          <p:nvPr/>
        </p:nvSpPr>
        <p:spPr>
          <a:xfrm>
            <a:off x="3" y="6431610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					     		</a:t>
            </a: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E5EC5A2-AA4D-4584-A4BD-E8A3EE1A6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47"/>
            <a:ext cx="1504949" cy="1023587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CFD76DEF-FBE4-4048-BA45-CFF54019E1F5}"/>
              </a:ext>
            </a:extLst>
          </p:cNvPr>
          <p:cNvSpPr txBox="1">
            <a:spLocks noChangeArrowheads="1"/>
          </p:cNvSpPr>
          <p:nvPr/>
        </p:nvSpPr>
        <p:spPr>
          <a:xfrm>
            <a:off x="3" y="6364611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					     		</a:t>
            </a: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A5F9815-63AB-4A14-B67F-BE47778A4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8446"/>
            <a:ext cx="1504949" cy="10235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C6E62C-F18D-5606-3A13-FBA4A414B37F}"/>
              </a:ext>
            </a:extLst>
          </p:cNvPr>
          <p:cNvSpPr txBox="1">
            <a:spLocks noChangeArrowheads="1"/>
          </p:cNvSpPr>
          <p:nvPr/>
        </p:nvSpPr>
        <p:spPr>
          <a:xfrm>
            <a:off x="1301568" y="-96513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the School: School of Computer Science and Engineering </a:t>
            </a:r>
          </a:p>
          <a:p>
            <a:pPr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E2UC201C  					Course Name: OOPS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776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0634EA6-5857-473C-989D-3FAD60E982E3}"/>
              </a:ext>
            </a:extLst>
          </p:cNvPr>
          <p:cNvSpPr txBox="1">
            <a:spLocks/>
          </p:cNvSpPr>
          <p:nvPr/>
        </p:nvSpPr>
        <p:spPr>
          <a:xfrm>
            <a:off x="762000" y="1282048"/>
            <a:ext cx="5555333" cy="42939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endParaRPr lang="en-US" sz="2400" b="1" dirty="0">
              <a:latin typeface="+mn-lt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71EE9B0-9A70-419E-B207-5E84C013EDE7}"/>
              </a:ext>
            </a:extLst>
          </p:cNvPr>
          <p:cNvSpPr txBox="1">
            <a:spLocks/>
          </p:cNvSpPr>
          <p:nvPr/>
        </p:nvSpPr>
        <p:spPr>
          <a:xfrm>
            <a:off x="-222503" y="3594487"/>
            <a:ext cx="11652503" cy="15453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>
              <a:cs typeface="Calibri"/>
            </a:endParaRPr>
          </a:p>
          <a:p>
            <a:pPr marL="0" indent="0">
              <a:buNone/>
            </a:pPr>
            <a:endParaRPr lang="en-IN" sz="2400" dirty="0">
              <a:cs typeface="Calibri"/>
            </a:endParaRP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7D3D7F-37FF-43C2-AB10-6A15E1541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607"/>
            <a:ext cx="1504949" cy="10235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CAFED0-102C-4A1F-9B66-03941619E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47"/>
            <a:ext cx="1504949" cy="102358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B2D5CF5-AFE6-401F-AD77-6BCCF4F81578}"/>
              </a:ext>
            </a:extLst>
          </p:cNvPr>
          <p:cNvSpPr txBox="1">
            <a:spLocks noChangeArrowheads="1"/>
          </p:cNvSpPr>
          <p:nvPr/>
        </p:nvSpPr>
        <p:spPr>
          <a:xfrm>
            <a:off x="3" y="6431610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					     		</a:t>
            </a: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E5EC5A2-AA4D-4584-A4BD-E8A3EE1A6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47"/>
            <a:ext cx="1504949" cy="1023587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CFD76DEF-FBE4-4048-BA45-CFF54019E1F5}"/>
              </a:ext>
            </a:extLst>
          </p:cNvPr>
          <p:cNvSpPr txBox="1">
            <a:spLocks noChangeArrowheads="1"/>
          </p:cNvSpPr>
          <p:nvPr/>
        </p:nvSpPr>
        <p:spPr>
          <a:xfrm>
            <a:off x="3" y="6364611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					     		</a:t>
            </a: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A5F9815-63AB-4A14-B67F-BE47778A4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8446"/>
            <a:ext cx="1504949" cy="10235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C6E62C-F18D-5606-3A13-FBA4A414B37F}"/>
              </a:ext>
            </a:extLst>
          </p:cNvPr>
          <p:cNvSpPr txBox="1">
            <a:spLocks noChangeArrowheads="1"/>
          </p:cNvSpPr>
          <p:nvPr/>
        </p:nvSpPr>
        <p:spPr>
          <a:xfrm>
            <a:off x="1301568" y="-96513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the School: School of Computer Science and Engineering </a:t>
            </a:r>
          </a:p>
          <a:p>
            <a:pPr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E2UC201C  					Course Name: OOPS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5A5A1D-4267-1B2E-CABC-D44DA72F613B}"/>
              </a:ext>
            </a:extLst>
          </p:cNvPr>
          <p:cNvSpPr txBox="1"/>
          <p:nvPr/>
        </p:nvSpPr>
        <p:spPr>
          <a:xfrm>
            <a:off x="695324" y="1276240"/>
            <a:ext cx="457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u="sng" dirty="0"/>
              <a:t>outline</a:t>
            </a:r>
            <a:endParaRPr lang="en-IN" sz="4800" u="sn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311BDA-60C2-A0C5-85A9-60D62ECC746D}"/>
              </a:ext>
            </a:extLst>
          </p:cNvPr>
          <p:cNvSpPr txBox="1"/>
          <p:nvPr/>
        </p:nvSpPr>
        <p:spPr>
          <a:xfrm>
            <a:off x="651686" y="2608689"/>
            <a:ext cx="620649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 dirty="0"/>
              <a:t>Project title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 dirty="0"/>
              <a:t>Introduction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 dirty="0"/>
              <a:t>Overview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 dirty="0"/>
              <a:t>Flowchart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 dirty="0"/>
              <a:t>Technology used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 dirty="0"/>
              <a:t>conclusion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4726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0634EA6-5857-473C-989D-3FAD60E982E3}"/>
              </a:ext>
            </a:extLst>
          </p:cNvPr>
          <p:cNvSpPr txBox="1">
            <a:spLocks/>
          </p:cNvSpPr>
          <p:nvPr/>
        </p:nvSpPr>
        <p:spPr>
          <a:xfrm>
            <a:off x="3834182" y="603400"/>
            <a:ext cx="4740474" cy="1330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endParaRPr lang="en-US" sz="2400" b="1" dirty="0">
              <a:latin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7D3D7F-37FF-43C2-AB10-6A15E1541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607"/>
            <a:ext cx="1504949" cy="10235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CAFED0-102C-4A1F-9B66-03941619E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47"/>
            <a:ext cx="1504949" cy="102358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B2D5CF5-AFE6-401F-AD77-6BCCF4F81578}"/>
              </a:ext>
            </a:extLst>
          </p:cNvPr>
          <p:cNvSpPr txBox="1">
            <a:spLocks noChangeArrowheads="1"/>
          </p:cNvSpPr>
          <p:nvPr/>
        </p:nvSpPr>
        <p:spPr>
          <a:xfrm>
            <a:off x="3" y="6431610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					     		</a:t>
            </a: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E5EC5A2-AA4D-4584-A4BD-E8A3EE1A6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47"/>
            <a:ext cx="1504949" cy="1023587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CFD76DEF-FBE4-4048-BA45-CFF54019E1F5}"/>
              </a:ext>
            </a:extLst>
          </p:cNvPr>
          <p:cNvSpPr txBox="1">
            <a:spLocks noChangeArrowheads="1"/>
          </p:cNvSpPr>
          <p:nvPr/>
        </p:nvSpPr>
        <p:spPr>
          <a:xfrm>
            <a:off x="3" y="6364611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					     		</a:t>
            </a: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A5F9815-63AB-4A14-B67F-BE47778A4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8446"/>
            <a:ext cx="1504949" cy="10235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C6E62C-F18D-5606-3A13-FBA4A414B37F}"/>
              </a:ext>
            </a:extLst>
          </p:cNvPr>
          <p:cNvSpPr txBox="1">
            <a:spLocks noChangeArrowheads="1"/>
          </p:cNvSpPr>
          <p:nvPr/>
        </p:nvSpPr>
        <p:spPr>
          <a:xfrm>
            <a:off x="1301568" y="-96513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the School: School of Computer Science and Engineering </a:t>
            </a:r>
          </a:p>
          <a:p>
            <a:pPr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E2UC201C  					Course Name: OOPS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3321C9-2C7C-4457-ED67-1615178DE6D9}"/>
              </a:ext>
            </a:extLst>
          </p:cNvPr>
          <p:cNvSpPr txBox="1"/>
          <p:nvPr/>
        </p:nvSpPr>
        <p:spPr>
          <a:xfrm>
            <a:off x="4175231" y="952088"/>
            <a:ext cx="45207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OVERVIEW</a:t>
            </a:r>
            <a:endParaRPr lang="en-IN" sz="6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8F89EB-D27D-CE68-5A8C-B2F2D4D0C5BE}"/>
              </a:ext>
            </a:extLst>
          </p:cNvPr>
          <p:cNvSpPr txBox="1"/>
          <p:nvPr/>
        </p:nvSpPr>
        <p:spPr>
          <a:xfrm>
            <a:off x="5900286" y="2006592"/>
            <a:ext cx="47420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0" i="0" dirty="0">
                <a:solidFill>
                  <a:srgbClr val="6D737D"/>
                </a:solidFill>
                <a:effectLst/>
                <a:highlight>
                  <a:srgbClr val="FFFFFF"/>
                </a:highlight>
                <a:latin typeface="walsheim"/>
              </a:rPr>
              <a:t>.</a:t>
            </a:r>
            <a:endParaRPr lang="en-IN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62B477-EC46-5EDC-6B8D-825D482F4F5E}"/>
              </a:ext>
            </a:extLst>
          </p:cNvPr>
          <p:cNvSpPr txBox="1"/>
          <p:nvPr/>
        </p:nvSpPr>
        <p:spPr>
          <a:xfrm>
            <a:off x="832815" y="2375533"/>
            <a:ext cx="1063089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Effective management of bank accounts is crucial for individuals and businesses to maintain financial stability and plan for the future. In this presentation, we'll explore how Python and object-oriented programming can be leveraged to build a robust bank account management system.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34603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0634EA6-5857-473C-989D-3FAD60E982E3}"/>
              </a:ext>
            </a:extLst>
          </p:cNvPr>
          <p:cNvSpPr txBox="1">
            <a:spLocks/>
          </p:cNvSpPr>
          <p:nvPr/>
        </p:nvSpPr>
        <p:spPr>
          <a:xfrm>
            <a:off x="392242" y="603400"/>
            <a:ext cx="11407515" cy="10793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3600" b="1" dirty="0">
                <a:latin typeface="+mn-lt"/>
              </a:rPr>
              <a:t>Flowchart</a:t>
            </a:r>
            <a:endParaRPr lang="en-US" sz="2400" b="1" dirty="0">
              <a:latin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7D3D7F-37FF-43C2-AB10-6A15E1541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607"/>
            <a:ext cx="1504949" cy="10235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CAFED0-102C-4A1F-9B66-03941619E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47"/>
            <a:ext cx="1504949" cy="102358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B2D5CF5-AFE6-401F-AD77-6BCCF4F81578}"/>
              </a:ext>
            </a:extLst>
          </p:cNvPr>
          <p:cNvSpPr txBox="1">
            <a:spLocks noChangeArrowheads="1"/>
          </p:cNvSpPr>
          <p:nvPr/>
        </p:nvSpPr>
        <p:spPr>
          <a:xfrm>
            <a:off x="3" y="6431610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					     		</a:t>
            </a: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E5EC5A2-AA4D-4584-A4BD-E8A3EE1A6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47"/>
            <a:ext cx="1504949" cy="1023587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CFD76DEF-FBE4-4048-BA45-CFF54019E1F5}"/>
              </a:ext>
            </a:extLst>
          </p:cNvPr>
          <p:cNvSpPr txBox="1">
            <a:spLocks noChangeArrowheads="1"/>
          </p:cNvSpPr>
          <p:nvPr/>
        </p:nvSpPr>
        <p:spPr>
          <a:xfrm>
            <a:off x="3" y="6364611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					     		</a:t>
            </a: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A5F9815-63AB-4A14-B67F-BE47778A4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8446"/>
            <a:ext cx="1504949" cy="10235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C6E62C-F18D-5606-3A13-FBA4A414B37F}"/>
              </a:ext>
            </a:extLst>
          </p:cNvPr>
          <p:cNvSpPr txBox="1">
            <a:spLocks noChangeArrowheads="1"/>
          </p:cNvSpPr>
          <p:nvPr/>
        </p:nvSpPr>
        <p:spPr>
          <a:xfrm>
            <a:off x="1301568" y="-96513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the School: School of Computer Science and Engineering </a:t>
            </a:r>
          </a:p>
          <a:p>
            <a:pPr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E2UC201C  					Course Name: OOPS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diagram of a bank&#10;&#10;Description automatically generated">
            <a:extLst>
              <a:ext uri="{FF2B5EF4-FFF2-40B4-BE49-F238E27FC236}">
                <a16:creationId xmlns:a16="http://schemas.microsoft.com/office/drawing/2014/main" id="{01914099-5A55-3DE5-767E-1A24EA11EC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1380" y="1682764"/>
            <a:ext cx="5516879" cy="442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890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0634EA6-5857-473C-989D-3FAD60E982E3}"/>
              </a:ext>
            </a:extLst>
          </p:cNvPr>
          <p:cNvSpPr txBox="1">
            <a:spLocks/>
          </p:cNvSpPr>
          <p:nvPr/>
        </p:nvSpPr>
        <p:spPr>
          <a:xfrm>
            <a:off x="297352" y="603400"/>
            <a:ext cx="11407515" cy="1330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3600" b="1" dirty="0">
                <a:latin typeface="+mn-lt"/>
              </a:rPr>
              <a:t>Technology Used</a:t>
            </a:r>
            <a:endParaRPr lang="en-US" sz="2400" b="1" dirty="0">
              <a:latin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7D3D7F-37FF-43C2-AB10-6A15E1541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607"/>
            <a:ext cx="1504949" cy="10235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CAFED0-102C-4A1F-9B66-03941619E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47"/>
            <a:ext cx="1504949" cy="102358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B2D5CF5-AFE6-401F-AD77-6BCCF4F81578}"/>
              </a:ext>
            </a:extLst>
          </p:cNvPr>
          <p:cNvSpPr txBox="1">
            <a:spLocks noChangeArrowheads="1"/>
          </p:cNvSpPr>
          <p:nvPr/>
        </p:nvSpPr>
        <p:spPr>
          <a:xfrm>
            <a:off x="3" y="6431610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					     		</a:t>
            </a: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E5EC5A2-AA4D-4584-A4BD-E8A3EE1A6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47"/>
            <a:ext cx="1504949" cy="1023587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CFD76DEF-FBE4-4048-BA45-CFF54019E1F5}"/>
              </a:ext>
            </a:extLst>
          </p:cNvPr>
          <p:cNvSpPr txBox="1">
            <a:spLocks noChangeArrowheads="1"/>
          </p:cNvSpPr>
          <p:nvPr/>
        </p:nvSpPr>
        <p:spPr>
          <a:xfrm>
            <a:off x="3" y="6364611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					     		</a:t>
            </a: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A5F9815-63AB-4A14-B67F-BE47778A4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8446"/>
            <a:ext cx="1504949" cy="10235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C6E62C-F18D-5606-3A13-FBA4A414B37F}"/>
              </a:ext>
            </a:extLst>
          </p:cNvPr>
          <p:cNvSpPr txBox="1">
            <a:spLocks noChangeArrowheads="1"/>
          </p:cNvSpPr>
          <p:nvPr/>
        </p:nvSpPr>
        <p:spPr>
          <a:xfrm>
            <a:off x="1301568" y="-96513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the School: School of Computer Science and Engineering </a:t>
            </a:r>
          </a:p>
          <a:p>
            <a:pPr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E2UC201C  					Course Name: OOPS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B91553-D21C-7AE8-1863-599D4AE76EE5}"/>
              </a:ext>
            </a:extLst>
          </p:cNvPr>
          <p:cNvSpPr txBox="1"/>
          <p:nvPr/>
        </p:nvSpPr>
        <p:spPr>
          <a:xfrm>
            <a:off x="752474" y="1934252"/>
            <a:ext cx="4764023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• </a:t>
            </a:r>
            <a:r>
              <a:rPr lang="en-IN" sz="4000" b="1" dirty="0"/>
              <a:t>Interpreter Used:</a:t>
            </a:r>
          </a:p>
          <a:p>
            <a:r>
              <a:rPr lang="en-IN" sz="3200" b="1" dirty="0"/>
              <a:t>      </a:t>
            </a:r>
            <a:r>
              <a:rPr lang="en-IN" sz="3200" dirty="0"/>
              <a:t>vs code</a:t>
            </a:r>
            <a:r>
              <a:rPr lang="en-IN" sz="2400" dirty="0"/>
              <a:t>;</a:t>
            </a:r>
          </a:p>
          <a:p>
            <a:r>
              <a:rPr lang="en-IN" sz="2400" dirty="0"/>
              <a:t>•</a:t>
            </a:r>
            <a:r>
              <a:rPr lang="en-IN" sz="3600" dirty="0"/>
              <a:t> </a:t>
            </a:r>
            <a:r>
              <a:rPr lang="en-IN" sz="3600" b="1" dirty="0"/>
              <a:t>Libraries used:</a:t>
            </a:r>
          </a:p>
          <a:p>
            <a:r>
              <a:rPr lang="en-IN" sz="3600" b="1" dirty="0"/>
              <a:t>     </a:t>
            </a:r>
            <a:r>
              <a:rPr lang="en-IN" sz="3600" dirty="0"/>
              <a:t>built in modules:</a:t>
            </a:r>
          </a:p>
          <a:p>
            <a:r>
              <a:rPr lang="en-IN" sz="3600" dirty="0"/>
              <a:t>      1.</a:t>
            </a:r>
            <a:r>
              <a:rPr lang="en-IN" sz="2400" dirty="0"/>
              <a:t>random </a:t>
            </a:r>
          </a:p>
          <a:p>
            <a:r>
              <a:rPr lang="en-IN" sz="2400" b="1" dirty="0"/>
              <a:t>          2.</a:t>
            </a:r>
            <a:r>
              <a:rPr lang="en-IN" sz="2400" dirty="0"/>
              <a:t>datetime</a:t>
            </a:r>
            <a:r>
              <a:rPr lang="en-IN" sz="2400" b="1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961018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0634EA6-5857-473C-989D-3FAD60E982E3}"/>
              </a:ext>
            </a:extLst>
          </p:cNvPr>
          <p:cNvSpPr txBox="1">
            <a:spLocks/>
          </p:cNvSpPr>
          <p:nvPr/>
        </p:nvSpPr>
        <p:spPr>
          <a:xfrm>
            <a:off x="297352" y="603400"/>
            <a:ext cx="11407515" cy="1330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3600" b="1" dirty="0">
                <a:latin typeface="+mn-lt"/>
              </a:rPr>
              <a:t>Conclusion</a:t>
            </a:r>
            <a:endParaRPr lang="en-US" sz="2400" b="1" dirty="0">
              <a:latin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7D3D7F-37FF-43C2-AB10-6A15E1541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607"/>
            <a:ext cx="1504949" cy="10235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CAFED0-102C-4A1F-9B66-03941619E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47"/>
            <a:ext cx="1504949" cy="102358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B2D5CF5-AFE6-401F-AD77-6BCCF4F81578}"/>
              </a:ext>
            </a:extLst>
          </p:cNvPr>
          <p:cNvSpPr txBox="1">
            <a:spLocks noChangeArrowheads="1"/>
          </p:cNvSpPr>
          <p:nvPr/>
        </p:nvSpPr>
        <p:spPr>
          <a:xfrm>
            <a:off x="3" y="6431610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					     		</a:t>
            </a: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E5EC5A2-AA4D-4584-A4BD-E8A3EE1A6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47"/>
            <a:ext cx="1504949" cy="1023587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CFD76DEF-FBE4-4048-BA45-CFF54019E1F5}"/>
              </a:ext>
            </a:extLst>
          </p:cNvPr>
          <p:cNvSpPr txBox="1">
            <a:spLocks noChangeArrowheads="1"/>
          </p:cNvSpPr>
          <p:nvPr/>
        </p:nvSpPr>
        <p:spPr>
          <a:xfrm>
            <a:off x="3" y="6364611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					     		</a:t>
            </a: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A5F9815-63AB-4A14-B67F-BE47778A4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8446"/>
            <a:ext cx="1504949" cy="10235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C6E62C-F18D-5606-3A13-FBA4A414B37F}"/>
              </a:ext>
            </a:extLst>
          </p:cNvPr>
          <p:cNvSpPr txBox="1">
            <a:spLocks noChangeArrowheads="1"/>
          </p:cNvSpPr>
          <p:nvPr/>
        </p:nvSpPr>
        <p:spPr>
          <a:xfrm>
            <a:off x="1301568" y="-96513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the School: School of Computer Science and Engineering </a:t>
            </a:r>
          </a:p>
          <a:p>
            <a:pPr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E2UC201C  					Course Name: OOPS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451F2-6FB6-DE2B-D30F-4438D47F7569}"/>
              </a:ext>
            </a:extLst>
          </p:cNvPr>
          <p:cNvSpPr txBox="1"/>
          <p:nvPr/>
        </p:nvSpPr>
        <p:spPr>
          <a:xfrm>
            <a:off x="1690304" y="2169159"/>
            <a:ext cx="87493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T</a:t>
            </a:r>
            <a:r>
              <a:rPr lang="en-US" sz="36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he conclusion of a bank account management system is to handle the account</a:t>
            </a:r>
          </a:p>
          <a:p>
            <a:pPr algn="ctr"/>
            <a:r>
              <a:rPr lang="en-US" sz="36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data of </a:t>
            </a:r>
            <a:r>
              <a:rPr lang="en-US" sz="36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Customers ,as like their loan ,amount </a:t>
            </a:r>
            <a:r>
              <a:rPr lang="en-US" sz="3600" dirty="0" err="1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availability,interest</a:t>
            </a:r>
            <a:r>
              <a:rPr lang="en-US" sz="36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 etc.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230489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ED9436-ACAD-7D40-F7F9-307C77CD0069}"/>
              </a:ext>
            </a:extLst>
          </p:cNvPr>
          <p:cNvSpPr txBox="1"/>
          <p:nvPr/>
        </p:nvSpPr>
        <p:spPr>
          <a:xfrm>
            <a:off x="3976659" y="2157215"/>
            <a:ext cx="22690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THANK</a:t>
            </a:r>
          </a:p>
          <a:p>
            <a:r>
              <a:rPr lang="en-US" sz="5400" dirty="0"/>
              <a:t>     YOU</a:t>
            </a:r>
            <a:endParaRPr lang="en-IN" sz="54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4C86D3-720D-C960-397E-0427B11BFE60}"/>
              </a:ext>
            </a:extLst>
          </p:cNvPr>
          <p:cNvCxnSpPr>
            <a:cxnSpLocks/>
          </p:cNvCxnSpPr>
          <p:nvPr/>
        </p:nvCxnSpPr>
        <p:spPr>
          <a:xfrm>
            <a:off x="6593305" y="2157215"/>
            <a:ext cx="0" cy="165438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7766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50" tmFilter="0,0; .5, 1; 1, 1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1725</TotalTime>
  <Words>445</Words>
  <Application>Microsoft Office PowerPoint</Application>
  <PresentationFormat>Widescreen</PresentationFormat>
  <Paragraphs>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Söhne</vt:lpstr>
      <vt:lpstr>Tinos</vt:lpstr>
      <vt:lpstr>walsheim</vt:lpstr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</dc:title>
  <dc:creator>Prabu K</dc:creator>
  <cp:lastModifiedBy>rishabhsurya54@gmail.com</cp:lastModifiedBy>
  <cp:revision>207</cp:revision>
  <dcterms:created xsi:type="dcterms:W3CDTF">2023-11-05T07:10:02Z</dcterms:created>
  <dcterms:modified xsi:type="dcterms:W3CDTF">2024-04-13T04:55:31Z</dcterms:modified>
</cp:coreProperties>
</file>